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HOME LAB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65105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Aenexz Tech Internship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502920"/>
            <a:ext cx="4389120" cy="4389120"/>
          </a:xfrm>
          <a:prstGeom prst="arc">
            <a:avLst/>
          </a:prstGeom>
          <a:noFill/>
          <a:ln w="25400">
            <a:solidFill>
              <a:srgbClr val="164E63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182880"/>
            <a:ext cx="3749040" cy="3749040"/>
          </a:xfrm>
          <a:prstGeom prst="arc">
            <a:avLst/>
          </a:prstGeom>
          <a:noFill/>
          <a:ln w="25400">
            <a:solidFill>
              <a:srgbClr val="1D4ED8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AENEXZ TECH • CYBER SECURITY INTERNSHIP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Home Lab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1929384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Simulation, Detection &amp; Security Analysis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• Ubuntu • Apache • MariaDB • Nmap • Hydra • Wazuh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5166360" cy="1389888"/>
          </a:xfrm>
          <a:prstGeom prst="roundRect">
            <a:avLst>
              <a:gd name="adj" fmla="val 986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822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controlled security lab to demonstrate the full workflow: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336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  →  ATTACK  →  DETECT  →  INVESTIGATE  → 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5623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project submission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home-lab model of a real security monitoring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57600" cy="3611880"/>
          </a:xfrm>
          <a:prstGeom prst="roundRect">
            <a:avLst>
              <a:gd name="adj" fmla="val 3797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PROJECT?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8775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514600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how vulnerable web applications are exposed.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07238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999232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common web attack scenarios inside an isolated lab.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55701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48386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how SIEM tooling can centralize security evidence.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4164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96849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technical events into risk and recommendations.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1783080"/>
            <a:ext cx="3429000" cy="3611880"/>
          </a:xfrm>
          <a:prstGeom prst="roundRect">
            <a:avLst>
              <a:gd name="adj" fmla="val 4000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STACK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514600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578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VM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53512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392424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4564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+ PHP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831336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8953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MariaDB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270248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43342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+ Hydra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709160"/>
            <a:ext cx="2697480" cy="310896"/>
          </a:xfrm>
          <a:prstGeom prst="roundRect">
            <a:avLst>
              <a:gd name="adj" fmla="val 44118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773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SIEM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2440" y="1783080"/>
            <a:ext cx="3611880" cy="3611880"/>
          </a:xfrm>
          <a:prstGeom prst="roundRect">
            <a:avLst>
              <a:gd name="adj" fmla="val 3797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OUTCOME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security-lab methodology covering: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94192" y="3172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32520" y="3200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hardening &amp; isolation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94192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3252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simulation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94192" y="4178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32520" y="4206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&amp; investigation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94192" y="4681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732520" y="47091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reporting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Separated roles keep the intentionally vulnerable target away from the monitoring stack.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286000" cy="2194560"/>
          </a:xfrm>
          <a:prstGeom prst="roundRect">
            <a:avLst>
              <a:gd name="adj" fmla="val 625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10 Host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990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WSL Ubuntu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355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Nmap • Hydra • Browser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971800" cy="2560320"/>
          </a:xfrm>
          <a:prstGeom prst="roundRect">
            <a:avLst>
              <a:gd name="adj" fmla="val 5357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VM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+ DVWA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97764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• PHP • MariaDB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Intentionally vulnerable web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3886200" cy="2560320"/>
          </a:xfrm>
          <a:prstGeom prst="roundRect">
            <a:avLst>
              <a:gd name="adj" fmla="val 5357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VM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18120" y="28895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+ Indexer +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18120" y="3291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log collection &amp; alerts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8920" y="3063240"/>
            <a:ext cx="8229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56832" y="3063240"/>
            <a:ext cx="8229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926080" y="2743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traffic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7432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/ alerts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892040"/>
            <a:ext cx="10378440" cy="749808"/>
          </a:xfrm>
          <a:prstGeom prst="roundRect">
            <a:avLst>
              <a:gd name="adj" fmla="val 18293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5138928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principle: attack the target, observe from outside, preserve monitoring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&amp;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follows the same sequence used in a basic SOC exercise.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11680" cy="2240280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target VM, web stack and monitoring layer.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965960"/>
            <a:ext cx="2011680" cy="2240280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12724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four controlled attack scenarios against DVWA.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1965960"/>
            <a:ext cx="2011680" cy="2240280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49240" y="312724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authentication and web activity in a SIEM workflow.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1965960"/>
            <a:ext cx="2011680" cy="2240280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8096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312724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source, time, technique and impact.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29800" y="1965960"/>
            <a:ext cx="2011680" cy="2240280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22128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1268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12680" y="312724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risks and recommend controls.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65960" y="46634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0552" y="45902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vulnerable application is reachable only inside the lab.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46634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459028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attack has a documented objective and expected evidence.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65960" y="51206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50474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are mapped to practical defensive actions.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89320" y="51206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504748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non-executed Wazuh output is labelled as simulated.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Setup Status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build steps completed during the internship lab session.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101B3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56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10 host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40680" y="1856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591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VirtualBox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23591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101B3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62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DVWA VM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2862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649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+ PHP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33649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79476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101B3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67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38679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9768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708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application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43708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80060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101B3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737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OVA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4873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303520"/>
            <a:ext cx="658368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76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5376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USED LOCALLY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1783080"/>
            <a:ext cx="4069080" cy="4041648"/>
          </a:xfrm>
          <a:prstGeom prst="roundRect">
            <a:avLst>
              <a:gd name="adj" fmla="val 3394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constraint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18120" y="25237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desktop has 12 GB RAM and 4 CPU cores.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18120" y="32461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the Wazuh OVA with its default resource profile caused severe host contention, so the live SIEM runtime was not retained on the machine.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46451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response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50109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simulated alert examples only where live Wazuh evidence was unavailable.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ATTACK SIMULATION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Scenario Matrix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common web-security scenarios are included in the project scope.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55448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938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1810512"/>
            <a:ext cx="224028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1929384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810512"/>
            <a:ext cx="141732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92938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810512"/>
            <a:ext cx="256032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29384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EVIDENCE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098280" y="1810512"/>
            <a:ext cx="233172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192938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CONTROL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155448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4140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2313432"/>
            <a:ext cx="224028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41401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guessing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313432"/>
            <a:ext cx="14173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41401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313432"/>
            <a:ext cx="25603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4140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login failures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98280" y="2313432"/>
            <a:ext cx="23317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241401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lockout / MFA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026664"/>
            <a:ext cx="155448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272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3026664"/>
            <a:ext cx="224028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312724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Manipulate DB query logic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026664"/>
            <a:ext cx="14173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12724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+ browser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026664"/>
            <a:ext cx="25603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12724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input patterns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98280" y="3026664"/>
            <a:ext cx="23317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31272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statements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39896"/>
            <a:ext cx="155448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40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40280" y="3739896"/>
            <a:ext cx="224028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38404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client-side script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3739896"/>
            <a:ext cx="14173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40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+ browser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3739896"/>
            <a:ext cx="25603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8404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payload in request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98280" y="3739896"/>
            <a:ext cx="2331720" cy="630936"/>
          </a:xfrm>
          <a:prstGeom prst="roundRect">
            <a:avLst>
              <a:gd name="adj" fmla="val 2173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89720" y="38404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encoding + CSP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453128"/>
            <a:ext cx="155448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53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INJECTION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40280" y="4453128"/>
            <a:ext cx="224028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1720" y="45537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OS commands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4453128"/>
            <a:ext cx="14173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55371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+ browser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4453128"/>
            <a:ext cx="25603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455371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metacharacters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098280" y="4453128"/>
            <a:ext cx="2331720" cy="630936"/>
          </a:xfrm>
          <a:prstGeom prst="roundRect">
            <a:avLst>
              <a:gd name="adj" fmla="val 21739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455371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allow-listing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5349240"/>
            <a:ext cx="10881360" cy="530352"/>
          </a:xfrm>
          <a:prstGeom prst="roundRect">
            <a:avLst>
              <a:gd name="adj" fmla="val 25862"/>
            </a:avLst>
          </a:prstGeom>
          <a:solidFill>
            <a:srgbClr val="0F172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" y="552297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attacks are intended only for the isolated lab target and are not performed against external systems.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DETECTION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Wazuh Alert — Brute Force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evidence for the report; not a live Wazuh capture.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709160" cy="3566160"/>
          </a:xfrm>
          <a:prstGeom prst="roundRect">
            <a:avLst>
              <a:gd name="adj" fmla="val 384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57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84248" y="248716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brute force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9260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84248" y="33649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10.0.2.15 (lab example)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03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84248" y="380390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login endpoint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84248" y="42428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failed logins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681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84248" y="46817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/ throttle / MFA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783080"/>
            <a:ext cx="6080760" cy="3566160"/>
          </a:xfrm>
          <a:prstGeom prst="roundRect">
            <a:avLst>
              <a:gd name="adj" fmla="val 3846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20:10:12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5786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/login.php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5786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081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20:10:19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0815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/login.php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92640" y="3081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584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20:10:26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5844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/login.php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0" y="35844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087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20:10:33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0873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/login.php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4087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4590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20:10:40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45902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threshold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0" y="4590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33872" y="5029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49834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authentication failures from one source can indicate password spraying or brute-force activity.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DETECTION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Web Attack Alerts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SIEM event patterns for SQLi, XSS and command injection.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01568" cy="3429000"/>
          </a:xfrm>
          <a:prstGeom prst="roundRect">
            <a:avLst>
              <a:gd name="adj" fmla="val 4032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pattern: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`OR` / union / comment tokens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Severity: High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control: parameterized queries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4636008"/>
            <a:ext cx="2852928" cy="393192"/>
          </a:xfrm>
          <a:prstGeom prst="roundRect">
            <a:avLst>
              <a:gd name="adj" fmla="val 3488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73659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EXAMPLE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01568" cy="3429000"/>
          </a:xfrm>
          <a:prstGeom prst="roundRect">
            <a:avLst>
              <a:gd name="adj" fmla="val 4032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pattern: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`&lt;script&gt;` / event handlers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Severity: Medium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control: output encoding + CSP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99432" y="4636008"/>
            <a:ext cx="2852928" cy="393192"/>
          </a:xfrm>
          <a:prstGeom prst="roundRect">
            <a:avLst>
              <a:gd name="adj" fmla="val 3488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473659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EXAMPLE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401568" cy="3429000"/>
          </a:xfrm>
          <a:prstGeom prst="roundRect">
            <a:avLst>
              <a:gd name="adj" fmla="val 4032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INJECTION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4192" y="265176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pattern: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`;` / `&amp;&amp;` / shell operators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Severity: Critical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control: allow-list input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94192" y="4636008"/>
            <a:ext cx="2852928" cy="393192"/>
          </a:xfrm>
          <a:prstGeom prst="roundRect">
            <a:avLst>
              <a:gd name="adj" fmla="val 3488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473659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EXAMPLE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RISK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Assessment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likelihood × impact model prioritizes the key weaknesses demonstrated.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402336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920240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810512"/>
            <a:ext cx="146304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92024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0" y="1810512"/>
            <a:ext cx="146304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920240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0" y="1810512"/>
            <a:ext cx="2103120" cy="438912"/>
          </a:xfrm>
          <a:prstGeom prst="roundRect">
            <a:avLst>
              <a:gd name="adj" fmla="val 31250"/>
            </a:avLst>
          </a:prstGeom>
          <a:solidFill>
            <a:srgbClr val="16324A"/>
          </a:solidFill>
          <a:ln w="12700">
            <a:solidFill>
              <a:srgbClr val="2850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19202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13432"/>
            <a:ext cx="402336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brute force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1343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31343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2313432"/>
            <a:ext cx="210312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2907792"/>
            <a:ext cx="402336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44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0779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290779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2907792"/>
            <a:ext cx="210312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044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3502152"/>
            <a:ext cx="402336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injection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50215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350215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3502152"/>
            <a:ext cx="210312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096512"/>
            <a:ext cx="402336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233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/ reflected XSS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409651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33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0" y="409651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233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03920" y="4096512"/>
            <a:ext cx="2103120" cy="512064"/>
          </a:xfrm>
          <a:prstGeom prst="roundRect">
            <a:avLst>
              <a:gd name="adj" fmla="val 26786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" y="4690872"/>
            <a:ext cx="402336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828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centralized monitoring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46320" y="469087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828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83680" y="4690872"/>
            <a:ext cx="146304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4828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03920" y="4690872"/>
            <a:ext cx="2103120" cy="512064"/>
          </a:xfrm>
          <a:prstGeom prst="roundRect">
            <a:avLst>
              <a:gd name="adj" fmla="val 26786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4828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" y="5422392"/>
            <a:ext cx="10012680" cy="502920"/>
          </a:xfrm>
          <a:prstGeom prst="roundRect">
            <a:avLst>
              <a:gd name="adj" fmla="val 27273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" y="5586984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order: Command Injection / Brute Force → SQL Injection → Monitoring gap → XSS.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Defensive Controls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lab findings into actionable security improvements.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881360" cy="640080"/>
          </a:xfrm>
          <a:prstGeom prst="roundRect">
            <a:avLst>
              <a:gd name="adj" fmla="val 2142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911096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0253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929384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Rate-limit login attempts, enforce strong passwords and MFA, lock or challenge suspicious sessions.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569464"/>
            <a:ext cx="10881360" cy="640080"/>
          </a:xfrm>
          <a:prstGeom prst="roundRect">
            <a:avLst>
              <a:gd name="adj" fmla="val 2142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697480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88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handling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715768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server-side allow-lists, prepared statements and strict validation for all user-controlled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355848"/>
            <a:ext cx="10881360" cy="640080"/>
          </a:xfrm>
          <a:prstGeom prst="roundRect">
            <a:avLst>
              <a:gd name="adj" fmla="val 2142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3483864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753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protection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502152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output encoding, security headers and a WAF where appropriate; patch the application stack.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142232"/>
            <a:ext cx="10881360" cy="640080"/>
          </a:xfrm>
          <a:prstGeom prst="roundRect">
            <a:avLst>
              <a:gd name="adj" fmla="val 2142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270248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6168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4288536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auth + web logs, alert on anomalies, retain evidence and tune detections continuously.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10881360" cy="640080"/>
          </a:xfrm>
          <a:prstGeom prst="roundRect">
            <a:avLst>
              <a:gd name="adj" fmla="val 21429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5056632"/>
            <a:ext cx="1600200" cy="384048"/>
          </a:xfrm>
          <a:prstGeom prst="roundRect">
            <a:avLst>
              <a:gd name="adj" fmla="val 35714"/>
            </a:avLst>
          </a:prstGeom>
          <a:solidFill>
            <a:srgbClr val="0F172A"/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1480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5074920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vulnerable target isolated from production systems and never expose the lab to the public Internet.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Evidence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lab evidence available from the build session, plus clearly marked simulated analysis.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110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88366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VM created and configured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0" y="1883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350008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780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450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service running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0" y="24505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916936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44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30175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installed and executed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0" y="3017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483864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118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35844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MariaDB installed / used for DVWA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0" y="35844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050792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788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415137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web page accessible through port forwarding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0" y="4151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0F172A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45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471830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OVA imported successfully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0" y="47183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5184648"/>
            <a:ext cx="10241280" cy="457200"/>
          </a:xfrm>
          <a:prstGeom prst="roundRect">
            <a:avLst>
              <a:gd name="adj" fmla="val 30000"/>
            </a:avLst>
          </a:prstGeom>
          <a:solidFill>
            <a:srgbClr val="2A2110"/>
          </a:solidFill>
          <a:ln w="12700">
            <a:solidFill>
              <a:srgbClr val="6B4A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126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7400" y="5285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alert examples + investigation timeline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41280" y="52852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project demonstrates.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212080" cy="34290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LEARNING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57860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vulnerable web applications are structured and deployed.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20954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3136392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attacks leave observable authentication and web traces.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7673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694176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centralized monitoring improves investigation quality.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43251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425196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convert technical evidence into prioritized controls.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1783080"/>
            <a:ext cx="5532120" cy="3429000"/>
          </a:xfrm>
          <a:prstGeom prst="roundRect">
            <a:avLst>
              <a:gd name="adj" fmla="val 4000"/>
            </a:avLst>
          </a:prstGeom>
          <a:solidFill>
            <a:srgbClr val="16223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5420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small, isolated home lab can reproduce the essential security lifecycle: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3383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 →  DETECT  →  INVESTIGATE  →  RESPOND  →  IMPROVE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4114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submission, all simulated Wazuh evidence is explicitly labelled and is intended to show the analysis methodology rather than claim live alert generation.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&amp; 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1615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project resources used for the lab design and documentation.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56132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Documentation — https://documentation.wazuh.com/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1056132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— https://github.com/digininja/DVWA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72384"/>
            <a:ext cx="1056132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8211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VirtualBox — https://www.virtualbox.org/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694176"/>
            <a:ext cx="1056132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0390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Server — https://ubuntu.com/server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315968"/>
            <a:ext cx="10561320" cy="457200"/>
          </a:xfrm>
          <a:prstGeom prst="roundRect">
            <a:avLst>
              <a:gd name="adj" fmla="val 30000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256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— https://owasp.org/www-project-top-ten/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52578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scope: controlled local laboratory only. No real or external systems are targeted.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Home Lab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DVWA • Wazuh • Attack Simulation • Detection • Risk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3977640"/>
            <a:ext cx="6126480" cy="822960"/>
          </a:xfrm>
          <a:prstGeom prst="roundRect">
            <a:avLst>
              <a:gd name="adj" fmla="val 16667"/>
            </a:avLst>
          </a:prstGeom>
          <a:solidFill>
            <a:srgbClr val="111B2E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42428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submission deck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Home Lab: Attack Simulation &amp; SIEM Analysis</dc:title>
  <dc:subject>Cybersecurity Home Lab Project</dc:subject>
  <dc:creator>Aenexz Tech Internship</dc:creator>
  <cp:lastModifiedBy>Aenexz Tech Internship</cp:lastModifiedBy>
  <cp:revision>1</cp:revision>
  <dcterms:created xsi:type="dcterms:W3CDTF">2026-08-28T17:22:47Z</dcterms:created>
  <dcterms:modified xsi:type="dcterms:W3CDTF">2026-08-28T17:22:47Z</dcterms:modified>
</cp:coreProperties>
</file>